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Environmental Impact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Artificial Intelligence Affects Our Planet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Energy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models require enormous computational power\nTraining GPT-3 used enough electricity to power 120 homes for a year\nInference (running AI) also consumes significant energy continuously\nGlobal data centers use 1-2% of all electricity worldwide\nThis demand is growing exponentially with AI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Footprint: Training one large AI model can emit 626,000 lbs of CO2\nWater Usage: Data centers need massive cooling, consuming millions of gallons\nE-waste: Specialized AI hardware has shorter lifecycles\nResource Extraction: Rare earth minerals for AI chips impact ecosystems\nEnergy Source Matters: Fossil fuel-powered data centers worsen the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Toward Sustainable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Renewable Energy: Power data centers with solar, wind, and hydro\nEfficient Algorithms: Develop models that require less computation\nModel Sharing: Reuse pre-trained models instead of training from scratch\nGreen AI Standards: Measure and publicly report carbon footprints\nHardware Innovation: Design more energy-efficient AI chips\nRegional Optimization: Locate data centers where clean energy is abundant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