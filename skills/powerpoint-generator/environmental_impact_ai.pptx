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Environmental Impact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the Carbon Footprint of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large AI models requires massive amounts of energy\nGPT-3 training consumed approximately 1,287 MWh of electricity\nEquivalent to the annual energy consumption of 120 U.S. homes\nData centers powering AI consume 1-2% of global electricity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Emissions &amp; Water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a single large language model can emit over 626,000 lbs of CO2\nEquivalent to 5 times the lifetime emissions of an average car\nData centers require massive cooling systems\nMicrosoft's water consumption increased 34% in 2022 partly due to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&amp; Sustainable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renewable energy sources for data centers\nOptimize model efficiency and reduce unnecessary training\nShare and reuse pre-trained models\nImplement Green AI practices: measure and report carbon footprint\nDevelop energy-efficient algorithms and hardware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