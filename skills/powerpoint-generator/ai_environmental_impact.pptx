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Environmental Impact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Carbon Footprint of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large AI models requires enormous energy\nGPT-3 training consumed ~1,287 MWh of electricity\nEquivalent to the annual consumption of 120 US homes\nData centers powering AI account for 1-2% of global electricity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Emissions &amp; Environmental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model training can emit over 626,000 lbs of CO2\nEquivalent to 5 times the lifetime emissions of an average car\nCooling systems for data centers require additional energy\nWater consumption for cooling can reach millions of gallons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Transition to renewable energy sources for data centers\nDevelop more efficient algorithms and model architectures\nShare and reuse pre-trained models to avoid redundant training\nImplement Green AI practices and carbon-aware computing\nUse smaller, optimized models when appropriate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