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Environmental Impact of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AI's Carbon Footprint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Energy Consumption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large AI models requires massive amounts of electricity\nGPT-3 training consumed ~1,287 MWh of electricity\nEquivalent to the energy consumption of 120 US homes for a year\nData centers globally account for 1-2% of electricity use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Carbon Emissions &amp; Water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model training can emit as much CO2 as 5 cars over their lifetimes\nData centers require extensive cooling systems\nWater consumption for cooling can reach millions of gallons annually\nLocation matters: renewable energy vs fossil fuel-powered grids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Solutions &amp; Green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Adopt renewable energy sources for data centers\nOptimize model efficiency and reduce unnecessary training\nShare and reuse pre-trained models\nImplement carbon-aware computing\nDevelop smaller, more efficient architectures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