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Introduction to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is a high-level, interpreted programming language\nKnown for its clear syntax and readability\nCreated by Guido van Rossum in 1991\nUsed in web development, data science, AI, and more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learn and use\nExtensive standard library\nSupports multiple programming paradigms\nLarge and active community\nCross-platform compatibility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Python from python.org\nUse pip for package management\nPopular IDEs: VS Code, PyCharm, Jupyter\nStart with simple scripts and gradually build complexity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